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1371600"/>
            <a:ext cx="109728" cy="109728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1887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4A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融 通 金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09728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黄金回收交易平台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实时贵金属行情 · 智能预警 · 点差配置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A84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项目简介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融通金</a:t>
            </a:r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是一款面向黄金回收与交易场景的移动端应用，提供实时贵金属行情展示、</a:t>
            </a:r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销售价/回购价计算、K线图表分析及价格预警等核心功能。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377440" cy="21031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286000"/>
            <a:ext cx="237744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560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贵金属品种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国内SGE + 国际COMEX/NYMEX行情覆盖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2286000"/>
            <a:ext cx="2377440" cy="21031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2286000"/>
            <a:ext cx="237744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2560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&lt;1min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0040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数据刷新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3657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每分钟自动拉取最新大盘价并计算销售/回购价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2286000"/>
            <a:ext cx="2377440" cy="21031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52160" y="2286000"/>
            <a:ext cx="237744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7" name="Text 15"/>
          <p:cNvSpPr/>
          <p:nvPr/>
        </p:nvSpPr>
        <p:spPr>
          <a:xfrm>
            <a:off x="5852160" y="2560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双端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85216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前后端分离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35040" y="3657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移动端 + FastAPI 后端服务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核心功能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468880" cy="164592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63040"/>
            <a:ext cx="54864" cy="27432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417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实时行情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国内外贵金属大盘价实时展示，自动计算销售价与回购价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468880" cy="164592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463040"/>
            <a:ext cx="54864" cy="27432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417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K线图表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19202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分时/日K/周K/月K多维度走势图，当日最高最低及涨跌幅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1280160"/>
            <a:ext cx="2468880" cy="164592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1463040"/>
            <a:ext cx="54864" cy="27432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417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点差配置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3640" y="19202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全局默认点差 + 用户自定义点差，优先使用用户配置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2468880" cy="164592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337560"/>
            <a:ext cx="54864" cy="27432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291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价格预警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37947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设置上下限阈值，价格触及自动提醒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46120" y="3154680"/>
            <a:ext cx="2468880" cy="164592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0" y="3337560"/>
            <a:ext cx="54864" cy="27432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22" name="Text 20"/>
          <p:cNvSpPr/>
          <p:nvPr/>
        </p:nvSpPr>
        <p:spPr>
          <a:xfrm>
            <a:off x="3566160" y="3291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手机登录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566160" y="37947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短信验证码一键注册/登录，安全便捷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0" y="3154680"/>
            <a:ext cx="2468880" cy="164592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3337560"/>
            <a:ext cx="54864" cy="27432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291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个人中心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63640" y="37947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头像昵称管理、密码设置、账号注销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技术架构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1463040"/>
          </a:xfrm>
          <a:prstGeom prst="rect">
            <a:avLst/>
          </a:prstGeom>
          <a:solidFill>
            <a:srgbClr val="F0F0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46304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前端 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+ React Navigation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 状态管理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K线图表组件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3840480" cy="1463040"/>
          </a:xfrm>
          <a:prstGeom prst="rect">
            <a:avLst/>
          </a:prstGeom>
          <a:solidFill>
            <a:srgbClr val="F0F0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880360"/>
            <a:ext cx="54864" cy="146304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71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后端 Backend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3832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Pydantic v2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 ORM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+ APScheduler 定时刷新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认证 + bcrypt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1188720"/>
            <a:ext cx="3931920" cy="31546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akshare 获取贵金属大盘价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21305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APScheduler 每分钟刷新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24780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写入 MySQL metal_quote 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28254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计算销售价 = 大盘价 + 点差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31729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计算回购价 = 大盘价 - 点差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3520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FastAPI 返回 JSON 给前端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38679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React Native 渲染展示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数据实体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3840480" cy="164592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54864" cy="164592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用户表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phone, nickname, avatar, status, created_at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3840480" cy="164592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143000"/>
            <a:ext cx="54864" cy="164592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metal_product</a:t>
            </a:r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贵金属品种表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737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code, name, unit, status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3840480" cy="164592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971800"/>
            <a:ext cx="54864" cy="164592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metal_quote</a:t>
            </a:r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实时行情表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5661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product_id, price, open, high, low, rise, rise_rate, quote_time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2971800"/>
            <a:ext cx="3840480" cy="164592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2971800"/>
            <a:ext cx="54864" cy="164592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metal_kline</a:t>
            </a:r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K线数据表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35661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product_id, k_type, open/close/high/low_price, volume, k_time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3840480" cy="164592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800600"/>
            <a:ext cx="54864" cy="164592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937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metal_global_config</a:t>
            </a:r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全局点差配置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53949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product_id, sell_add_price, buy_back_sub_price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4800600"/>
            <a:ext cx="3840480" cy="164592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4800600"/>
            <a:ext cx="54864" cy="164592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4937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metal_user_config</a:t>
            </a:r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用户点差配置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54880" y="53949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user_id, product_id, sell_add_price, buy_back_sub_price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6629400"/>
            <a:ext cx="3840480" cy="1645920"/>
          </a:xfrm>
          <a:prstGeom prst="rect">
            <a:avLst/>
          </a:prstGeom>
          <a:solidFill>
            <a:srgbClr val="2525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6629400"/>
            <a:ext cx="54864" cy="164592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6766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metal_warn</a:t>
            </a:r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价格预警表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" y="72237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user_id, product_id, upper_limit, lower_limit, warn_enable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接口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852160" cy="365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端点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85216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54480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71600" y="1554480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0" y="1554480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手机号登录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837944"/>
            <a:ext cx="5852160" cy="28346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837944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71600" y="1837944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/api/auth/register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1837944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手机号注册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121408"/>
            <a:ext cx="585216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121408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71600" y="2121408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/api/auth/user/info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0" y="2121408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获取用户信息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404872"/>
            <a:ext cx="5852160" cy="28346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404872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71600" y="2404872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/api/auth/user/nickname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0" y="2404872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修改昵称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2688336"/>
            <a:ext cx="585216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688336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71600" y="2688336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/api/quotes/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0" y="2688336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全部行情报价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2971800"/>
            <a:ext cx="5852160" cy="28346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2971800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371600" y="2971800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/api/quotes/domestic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0" y="2971800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国内大盘行情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3255264"/>
            <a:ext cx="585216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255264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371600" y="3255264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/api/quotes/international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14800" y="3255264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国际大盘行情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3538728"/>
            <a:ext cx="5852160" cy="28346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538728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371600" y="3538728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/api/klines/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14800" y="3538728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K线数据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3822192"/>
            <a:ext cx="585216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3822192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371600" y="3822192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/api/products/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114800" y="3822192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贵金属品种列表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4105656"/>
            <a:ext cx="5852160" cy="28346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4105656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371600" y="4105656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/api/global/config/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114800" y="4105656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全局点差配置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48640" y="4389120"/>
            <a:ext cx="585216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4389120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371600" y="4389120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/api/user/config/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114800" y="4389120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用户点差配置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48640" y="4672584"/>
            <a:ext cx="5852160" cy="28346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3" name="Text 51"/>
          <p:cNvSpPr/>
          <p:nvPr/>
        </p:nvSpPr>
        <p:spPr>
          <a:xfrm>
            <a:off x="548640" y="4672584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GET/POST/DELETE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371600" y="4672584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/api/user/warn/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114800" y="4672584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价格预警CRUD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766560" y="1188720"/>
            <a:ext cx="1920240" cy="32918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766560" y="1188720"/>
            <a:ext cx="192024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58" name="Text 56"/>
          <p:cNvSpPr/>
          <p:nvPr/>
        </p:nvSpPr>
        <p:spPr>
          <a:xfrm>
            <a:off x="6903720" y="1371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认证方式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903720" y="1737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Token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24小时有效期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903720" y="2468880"/>
            <a:ext cx="14630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03720" y="2606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数据源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6903720" y="29718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akshare 金融数据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上海黄金交易所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COMEX / NYMEX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903720" y="3794760"/>
            <a:ext cx="14630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03720" y="3931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刷新频率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6903720" y="4251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每分钟自动拉取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最新大盘价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A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谢谢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24688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融 通 金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3108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黄金回收交易平台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A84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融通金 - 黄金回收交易平台</dc:title>
  <dc:subject>PptxGenJS Presentation</dc:subject>
  <dc:creator>融通金团队</dc:creator>
  <cp:lastModifiedBy>融通金团队</cp:lastModifiedBy>
  <cp:revision>1</cp:revision>
  <dcterms:created xsi:type="dcterms:W3CDTF">2026-05-30T14:48:03Z</dcterms:created>
  <dcterms:modified xsi:type="dcterms:W3CDTF">2026-05-30T14:48:03Z</dcterms:modified>
</cp:coreProperties>
</file>